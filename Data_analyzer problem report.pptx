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3ad2e2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3ad2e2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23ad2e20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23ad2e20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23ad2e20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23ad2e20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240b9f4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240b9f4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2c8348ba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2c8348ba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2c8348b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2c8348b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2c8348ba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2c8348ba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Data_analyzer problem report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Explorer-open CSV lag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8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 问题</a:t>
            </a:r>
            <a:endParaRPr b="1"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在左侧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 Folder</a:t>
            </a:r>
            <a:r>
              <a:rPr lang="en" sz="1100">
                <a:solidFill>
                  <a:schemeClr val="dk1"/>
                </a:solidFill>
              </a:rPr>
              <a:t> 全局加载了数据，切到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Explorer</a:t>
            </a:r>
            <a:r>
              <a:rPr lang="en" sz="1100">
                <a:solidFill>
                  <a:schemeClr val="dk1"/>
                </a:solidFill>
              </a:rPr>
              <a:t> 页面为空</a:t>
            </a: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用户被迫在 Explorer 里点击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Browse CSV</a:t>
            </a:r>
            <a:r>
              <a:rPr lang="en" sz="1100">
                <a:solidFill>
                  <a:schemeClr val="dk1"/>
                </a:solidFill>
              </a:rPr>
              <a:t>，去系统文件夹</a:t>
            </a:r>
            <a:r>
              <a:rPr b="1" lang="en" sz="1100">
                <a:solidFill>
                  <a:schemeClr val="dk1"/>
                </a:solidFill>
              </a:rPr>
              <a:t>重新找路径再导一遍</a:t>
            </a:r>
            <a:r>
              <a:rPr lang="en" sz="1100">
                <a:solidFill>
                  <a:schemeClr val="dk1"/>
                </a:solidFill>
              </a:rPr>
              <a:t>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底层原因</a:t>
            </a:r>
            <a:endParaRPr b="1"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模块设计隔离</a:t>
            </a:r>
            <a:r>
              <a:rPr lang="en" sz="1100">
                <a:solidFill>
                  <a:schemeClr val="dk1"/>
                </a:solidFill>
              </a:rPr>
              <a:t>：主干程序读取的是“强映射业务数据”（需过滤特定列），而 Explorer 被设计为“泛型原始 CSV 查看器”。</a:t>
            </a: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两者底层数据格式不同，且完全</a:t>
            </a:r>
            <a:r>
              <a:rPr b="1" lang="en" sz="1100">
                <a:solidFill>
                  <a:schemeClr val="dk1"/>
                </a:solidFill>
              </a:rPr>
              <a:t>没有进行文件路径的事件传递</a:t>
            </a:r>
            <a:r>
              <a:rPr lang="en" sz="1100">
                <a:solidFill>
                  <a:schemeClr val="dk1"/>
                </a:solidFill>
              </a:rPr>
              <a:t>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建议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加监听</a:t>
            </a:r>
            <a:r>
              <a:rPr lang="en" sz="1100">
                <a:solidFill>
                  <a:schemeClr val="dk1"/>
                </a:solidFill>
              </a:rPr>
              <a:t>：拦截左侧全局列表的“选中文件”事件。</a:t>
            </a: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传路径</a:t>
            </a:r>
            <a:r>
              <a:rPr lang="en" sz="1100">
                <a:solidFill>
                  <a:schemeClr val="dk1"/>
                </a:solidFill>
              </a:rPr>
              <a:t>：将选中的文件绝对路径，自动推给 Explorer 的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load_csv()</a:t>
            </a:r>
            <a:r>
              <a:rPr lang="en" sz="1100">
                <a:solidFill>
                  <a:schemeClr val="dk1"/>
                </a:solidFill>
              </a:rPr>
              <a:t> 方法。</a:t>
            </a:r>
            <a:endParaRPr sz="1100">
              <a:solidFill>
                <a:schemeClr val="dk1"/>
              </a:solidFill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删冗余</a:t>
            </a:r>
            <a:r>
              <a:rPr lang="en" sz="1100">
                <a:solidFill>
                  <a:schemeClr val="dk1"/>
                </a:solidFill>
              </a:rPr>
              <a:t>：直接砍掉 Explorer 内部的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Browse CSV</a:t>
            </a:r>
            <a:r>
              <a:rPr lang="en" sz="1100">
                <a:solidFill>
                  <a:schemeClr val="dk1"/>
                </a:solidFill>
              </a:rPr>
              <a:t> 按钮，实现“左侧选文件，全软件联动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350" y="1265598"/>
            <a:ext cx="4763227" cy="2612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xplorer 目录更新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01350" y="1800800"/>
            <a:ext cx="388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n" sz="1100">
                <a:solidFill>
                  <a:schemeClr val="dk1"/>
                </a:solidFill>
              </a:rPr>
              <a:t>当前在 `Explorer` 界面浏览数据时，如果用户需要查看同一个文件夹下的不同 CSV 文件，每次都必须点击 `Browse CSV` -&gt; 呼出系统资源管理器弹窗 -&gt; 找到目录 -&gt; 选中文件。**缺乏侧边栏文件列表来实现一键切换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150" y="1288813"/>
            <a:ext cx="4604376" cy="314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上面mac，下面ubuntu2204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926" y="222225"/>
            <a:ext cx="4036301" cy="252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935" y="2571750"/>
            <a:ext cx="4166189" cy="22848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228600" y="487675"/>
            <a:ext cx="4465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Explorer </a:t>
            </a:r>
            <a:r>
              <a:rPr lang="en" sz="2500">
                <a:solidFill>
                  <a:schemeClr val="dk1"/>
                </a:solidFill>
              </a:rPr>
              <a:t>色差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UI拥挤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227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左侧控制面板拥挤，控件间缺乏合理间距，挤成一团。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右侧波形图表右上角的图例被图表边缘直接切断遮挡，无法完整阅读;在Linux看到analyse的Velocity scale等等无法选中没法改变数值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000" y="1341126"/>
            <a:ext cx="5199549" cy="284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slider</a:t>
            </a:r>
            <a:r>
              <a:rPr lang="en"/>
              <a:t>改进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227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Analyze的slider并不如explorer的丝滑，可以改进为explorer版本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0025" y="2489975"/>
            <a:ext cx="4117524" cy="258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0021" y="119900"/>
            <a:ext cx="3960105" cy="245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490794"/>
            <a:ext cx="4457626" cy="1184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Gait Cycle模式控件混杂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227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左侧当前已选择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Compare tags within one file</a:t>
            </a:r>
            <a:r>
              <a:rPr lang="en" sz="1100">
                <a:solidFill>
                  <a:schemeClr val="dk1"/>
                </a:solidFill>
              </a:rPr>
              <a:t>，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但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Multi file (tag fixed)</a:t>
            </a:r>
            <a:r>
              <a:rPr lang="en" sz="1100">
                <a:solidFill>
                  <a:schemeClr val="dk1"/>
                </a:solidFill>
              </a:rPr>
              <a:t> 和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Single tag (multi file)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这组属于另一种比较模式的控件仍然同时显示，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容易让用户误以为当前操作也需要配置这些内容；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Tags 区域中出现 tag 值 0，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与同列表中的 stop、walk_1.7、walk_2.8 等命名不一致，希望有具体解释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625" y="950188"/>
            <a:ext cx="200903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Gait Cycle</a:t>
            </a:r>
            <a:r>
              <a:rPr lang="en"/>
              <a:t>无显示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227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需要指导；目前并没有plot成功，右侧仅显示空白坐标轴，没有报错、警告或缺失说明。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275" y="1152475"/>
            <a:ext cx="5562600" cy="305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